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FF41"/>
                </a:solidFill>
              </a:defRPr>
            </a:pPr>
            <a:r>
              <a:t>ACADEMIC CAPSTONE PROJECT • 3RD YEAR CYBER SECURITY</a:t>
            </a:r>
          </a:p>
          <a:p>
            <a:pPr>
              <a:spcAft>
                <a:spcPts val="800"/>
              </a:spcAft>
              <a:defRPr sz="4400" b="1">
                <a:solidFill>
                  <a:srgbClr val="F0F6FC"/>
                </a:solidFill>
              </a:defRPr>
            </a:pPr>
            <a:r>
              <a:t>🛡️ MIRAGE Junior</a:t>
            </a:r>
          </a:p>
          <a:p>
            <a:pPr>
              <a:spcAft>
                <a:spcPts val="3600"/>
              </a:spcAft>
              <a:defRPr sz="2000">
                <a:solidFill>
                  <a:srgbClr val="00D4FF"/>
                </a:solidFill>
              </a:defRPr>
            </a:pPr>
            <a:r>
              <a:t>Intelligent Deception Network with Real-Time Threat Scoring &amp; Auto-Quarantine</a:t>
            </a:r>
          </a:p>
          <a:p>
            <a:pPr>
              <a:spcAft>
                <a:spcPts val="1600"/>
              </a:spcAft>
              <a:defRPr sz="1400">
                <a:solidFill>
                  <a:srgbClr val="8B949E"/>
                </a:solidFill>
              </a:defRPr>
            </a:pPr>
            <a:r>
              <a:t>👤 Team Leader: Jaskaran Bandral  (Backend &amp; Core Intelligence Engine)</a:t>
            </a:r>
            <a:br/>
            <a:r>
              <a:t>👤 Teammate: Relish Sharma  (SOC Analytics Dashboard &amp; Cloud Deployment)</a:t>
            </a:r>
          </a:p>
          <a:p>
            <a:pPr>
              <a:defRPr sz="1300" b="1">
                <a:solidFill>
                  <a:srgbClr val="00FF41"/>
                </a:solidFill>
              </a:defRPr>
            </a:pPr>
            <a:r>
              <a:t>🌐 Live System: https://mirage-junior.vercel.app  • 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01 /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Problem Statement: The Flaws of Current Cyber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4444"/>
                </a:solidFill>
              </a:defRPr>
            </a:pPr>
            <a:r>
              <a:t>1. Purely Passive Honeypots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❌ Traditional honeypots only watch and log attacks passively.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❌ Zero automated response: The attacker probes freely with no consequences.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❌ High latency: Security teams discover breaches hours or days later.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❌ Student projects typically generate static flat log files without active defense.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8C00"/>
                </a:solidFill>
              </a:defRPr>
            </a:pPr>
            <a:r>
              <a:t>2. False Positives Epidemic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❌ Conventional Intrusion Detection Systems (IDS/IPS) trigger hundreds of false alarms daily.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❌ Alert Fatigue: SOC analysts waste hours investigating benign employee activity.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❌ Rigid signature matching misses novel multi-stage reconnaissance sequences.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3. Lack of Risk Quantification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❌ An IP probing SSH is treated with the same severity as an attacker stealing database dumps.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❌ No cumulative behavioral scoring to identify targeted attackers vs mass scanners.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❌ No automated OS-level isolation (quarantine) to stop lateral pivot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02 / ARCHITECTURAL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Proposed Solution: Active Cyber Deception Paradigm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F41"/>
                </a:solidFill>
              </a:defRPr>
            </a:pPr>
            <a:r>
              <a:t>Core Innovations in MIRAGE Junior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🎯 Multi-Protocol Deception Traps: Realistic SSH, HTTP, and FTP bait environments.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🧠 Behavioral Scoring Algorithm: Dynamic risk quantification on a 0–100 scale.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🛡️ Active Auto-Quarantine: Automatic OS firewall blocking upon breaching 25 points threshold.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🪤 Zero-False-Positive Honeytokens: Planted bait files (.env, credentials.xlsx, backup.sql).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📱 Instant Push Alerting: Real-time Telegram alerts delivered to the analyst's phone.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The Attacker's Dilemma (Deception Theory)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⚖️ Classical Defense Asymmetry: The defender must secure 100% of vulnerabilities, while the hacker needs only 1 open door.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🔄 Inverting the Asymmetry: Honeytokens reverse this dynamic. The defender places enticing decoys in the environment.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⚡ Guaranteed Malicious Intent: No legitimate employee or user has any reason to access `admin_passwords.txt` or `/.env`.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🚀 100% High-Fidelity Alarms: The second an attacker touches a token, their identity is captured, scored, and quarantined.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03 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System Architecture &amp; End-to-End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Layer 1: Trap Surface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🌐 HTTP Decoy (Port 8080): Web portal, fake admin, wp-login, and planted `/.env`.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💻 SSH Trap (Port 2222): Paramiko interactive fake shell with Linux emulation.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📁 FTP Decoy (Port 2121): Sensitive file download trap (`credentials.xlsx`).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8C00"/>
                </a:solidFill>
              </a:defRPr>
            </a:pPr>
            <a:r>
              <a:t>Layer 2: Intelligence Engine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⚙️ Scoring Engine: Computes cumulative behavioral risk (0–100 points).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🗺️ MITRE Tagger: Standardizes events into enterprise ATT&amp;CK technique IDs.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🌍 GeoIP Enricher: Resolves attacker country, city, ISP with rate-limited caching.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F41"/>
                </a:solidFill>
              </a:defRPr>
            </a:pPr>
            <a:r>
              <a:t>Layer 3: Response &amp; UI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🛡️ Auto-Quarantine: Adds OS firewall rule (`netsh`/`iptables`) at &gt;= 25 pts.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📲 Alert Manager: Push notifications sent directly to analyst via Telegram.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📊 SOC Dashboard: 10-per-page feeds, timeline replay, and quarantine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04 / HONEYPOT DECOYS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Multi-Protocol Honeypot Traps in Detail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🌐 HTTP Decoy (:8080)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Built on Flask with authentic corporate templates.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Decoy Admin Portals: `/admin`, `/login`, `/wp-login.php`, `/phpmyadmin/`.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Credential Capture: Logs attempted passwords while presenting believable error screens.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Planted `/.env` honeytoken trap.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💻 SSH Trap (:2222)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Built on Python Paramiko ServerInterface.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Interactive Fake Shell: Accepts connection, provides believable Linux bash prompt.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Simulated Commands: Emulates `whoami`, `id`, `pwd`, `ls`, `cat /etc/passwd`.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Persistent RSA host key in `config/ssh_host_key` to avoid client MITM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📁 FTP Decoy (:2121)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Built on pure-Python `pyftpdlib`.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Allows anonymous or dictionary logins.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Honeytoken File Serving: Houses `credentials.xlsx` and `backup_database.sql`.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Overridden `on_file_sent` triggers instant +15 pts download alert.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05 /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Behavioral Scoring Engine &amp; Mathematical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Scoring Formula &amp; Event Weights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📐 Formula: S(A) = min(100, Σ W(Ei) + M_lateral)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━━━━━━━━━━━━━━━━━━━━━━━━━━━━━━━━━━━━━━━━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Initial Interaction: +5 pts (Port scan, recon)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Credential Brute-Force: +8 pts per attempt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Interactive Shell Access: +15 pts (High breach risk)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Sensitive Command: +5 pts (whoami, id, cat /etc/passwd)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Lateral Cross-Service Probe: +15 pts (Hitting 2+ trap ports)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Honeytoken Tripwire Touch: +25 pts (Immediate critical violation)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8C00"/>
                </a:solidFill>
              </a:defRPr>
            </a:pPr>
            <a:r>
              <a:t>Threat Classification Tiers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🟢 Scanner (0–20 pts):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Automated reconnaissance bots. Logged for trend analysis.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🟡 Suspicious (21–50 pts):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Repeated unauthorized probes. Telegram warning dispatched.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🟠 Active Threat (51–75 pts):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Multi-vector breach attempt. Escalated priority alert.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🔴 Critical Threat (76–100 pts):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Targeted malicious actor. Auto-Quarantined at firewall level.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06 / ACTIVE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Automated Quarantine &amp; Subnet Whitelisting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4444"/>
                </a:solidFill>
              </a:defRPr>
            </a:pPr>
            <a:r>
              <a:t>Firewall Enforcement (25 Pts Trigger)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⚡ Immediate Isolation: The moment attacker score reaches &gt;= 25 points, firewall blocking executes automatically.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💻 Windows Firewall Integration: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netsh advfirewall firewall add rule name="MIRAGE_BLOCK_{IP}" dir=in action=block remoteip={IP}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🐧 Linux iptables Integration: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iptables -A INPUT -s {IP} -j DROP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⏳ Auto-Expiration: Quarantines expire after 1 hour (3600s) to keep tables clean.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🛡️ Graceful Degradation: Persists audit log even in non-elevated user shells.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F41"/>
                </a:solidFill>
              </a:defRPr>
            </a:pPr>
            <a:r>
              <a:t>CIDR Whitelisting &amp; Self-Lockout Prevention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🛡️ The Problem: Admins vulnerability-testing the honeypot could accidentally block themselves.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✅ The Solution: IP Whitelist with CIDR subnet matching (`config/whitelist.json`).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🌐 Subnet Parsing via Python's native `ipaddress` module: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• 127.0.0.1 and localhost (Host loopback)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• 192.168.0.0/16 (Private LAN / Wi-Fi)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• 10.0.0.0/8 (Corporate intranet)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🔓 Admin Override: One-click interactive 'Unblock' action on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07 / DECEPTION BAIT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Honeytoken Tripwire System: Zero False Positives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Planted Digital Baits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🪤 1. `/.env` Decoy Endpoint (HTTP):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Returns fake production AWS keys, Stripe secrets, and database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🪤 2. `credentials.xlsx` (FTP Trap):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Planted corporate password cheat-sheet enticing anonymous downloads.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🪤 3. `backup_database.sql` (Local Filesystem):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Realistic PostgreSQL dump with decoy hashes and admin tables.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🪤 4. `admin_passwords.txt` &amp; `id_rsa`: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Decoy IT infrastructure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8C00"/>
                </a:solidFill>
              </a:defRPr>
            </a:pPr>
            <a:r>
              <a:t>Filesystem Watchdog Monitoring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👁️ Real-time Filesystem Listener: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Built on Python's `watchdog` daemon running in background.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⚡ Touch Detection: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Monitors file read, open, and modify system calls.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🔄 Dual Pipeline Dispatch: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1. Writes high-priority record to `honeytoken_triggers` table.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2. Logs event to `events` table with MITRE technique T1083.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3. Immediately triggers +25 points score update.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08 / THREAT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MITRE ATT&amp;CK Enterprise Framework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Mapped Techniques &amp; Adversary Tactics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📌 T1046 (Network Service Scanning) ➔ Initial port scanning across ports 8080, 2222, 2121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📌 T1110 (Brute Force) ➔ Repeated password guessing attempts on SSH and HTTP admin forms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📌 T1078.001 (Default Accounts) ➔ Testing default credentials (root/toor, admin/admin, sa)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📌 T1552.001 (Credentials in Files) ➔ Targeted harvesting of `/.env` and configuration tokens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📌 T1033 (System Owner/User Discovery) ➔ Attacker running `whoami` and `id` in interactive shell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📌 T1087.001 (Local Account Discovery) ➔ Attacker running `cat /etc/passwd` to enumerate user accounts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📌 T1005 (Data from Local System) ➔ Exfiltrating `credentials.xlsx` via FTP decoy download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📌 T1083 (File &amp; Directory Discovery) ➔ Accessing planted filesystem honeytokens in `/bait/`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09 / WEB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Real-Time SOC Analytics Dashboard Showcase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F41"/>
                </a:solidFill>
              </a:defRPr>
            </a:pPr>
            <a:r>
              <a:t>Core Views &amp; Capabilities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📊 Command Overview (`/`): Stat cards, threat distribution doughnut, top countries bar chart, and 5s auto-refresh.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📄 Full Attack Log (`/attacks`): Clean 10-records-per-page pagination with protocol filter pills and CSV export.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🎯 Attacker Dossier (`/attacker/&lt;ip&gt;`): Deep-dive geolocation profile, captured credentials, and quarantine logs.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🛡️ Quarantine Manager (`/quarantine`): Live active blocks and one-click unblock actions.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⚙️ System Settings (`/settings`): Live configuration panel for Telegram credentials and quarantine threshold.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Attack Timeline Replay (`timeline.js`)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🎬 Visual Narrative Replay: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Renders the attacker's actions chronologically from initial probe to final quarantine.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📈 Cumulative Score Tracking: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Calculates running risk total with color-coded nodes (Green ➔ Yellow ➔ Orange ➔ Pulsing Red).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🏷️ MITRE Tagging Integration: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Displays the exact MITRE ATT&amp;CK technique pill alongside each event.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💼 Demonstrates high-level analytical thinking to evaluation panels.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10 / MOBILE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Automated Mobile Push Alerts via Telegram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Architecture &amp; Delivery Pipeline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📱 Zero-Latency Smartphone Notification: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Uses official Telegram Bot API to dispatch push notifications with vibration.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⚡ Sub-500ms Dispatch Time: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Triggered immediately within `scoring_engine.py` without polling delays.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🛡️ OWASP Secure Secret Handling: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Token is loaded dynamically from `.env` or settings, kept out of git tracking via `.gitignore`.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✅ Verified Live on Jaskaran's phone (Chat ID: 8904919229).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4444"/>
                </a:solidFill>
              </a:defRPr>
            </a:pPr>
            <a:r>
              <a:t>Sample Formatted Push Alert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🔴 CRITICAL ALERT — MIRAGE Junior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━━━━━━━━━━━━━━━━━━━━━━━━━━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🌍 IP: 45.33.32.156 (Russia, Moscow)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📊 Threat Score: 88/100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🎯 Classification: CRITICAL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📋 Summary: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Attacker accessed honeytoken /.env and executed shell command whoami. Auto-quarantined at 25 points.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11 /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Testing, Verification &amp; Concurrency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F41"/>
                </a:solidFill>
              </a:defRPr>
            </a:pPr>
            <a:r>
              <a:t>Pytest Test Suite (100% Passing)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🧪 14 Test Cases Covering: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• Initial threat score begins at 0 (`test_score_starts_at_zero`).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• Threat score caps safely at 100 max ceiling (`test_score_caps_at_100`).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• Lateral scan bonus (+15 pts) applied on multi-port attacks.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• Honeytoken monitor instantiation &amp; directory structure.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• Auto-quarantine execution at 25 points (`test_quarantine_at_25_pts`).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• Database trigger logging in isolated temporary SQLite fixtures.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Database Concurrency (SQLite WAL Mode)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⚡ High-Concurrency Challenge: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SSH trap, HTTP decoy, FTP trap, and dashboard workers write simultaneously.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🔒 SQLite Default Locking: Causes 'database is locked' crashes under concurrent load.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🚀 Solution: Write-Ahead Logging: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PRAGMA journal_mode = WAL;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PRAGMA busy_timeout = 5000;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• Enables concurrent readers and writers.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   • Database indexes on `ip_address`, `timestamp`, and `protocol` ensure sub-millisecond query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</a:defRPr>
            </a:pPr>
            <a:r>
              <a:t>12 / 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Academic Outcomes, Industry Relevance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F41"/>
                </a:solidFill>
              </a:defRPr>
            </a:pPr>
            <a:r>
              <a:t>Core Academic Outcomes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🎓 Deception Technology Mastery: Practical implementation of cyber deception concepts.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🛠️ Full-Stack Security Engineering: Integrated network sockets, cryptography, firewall APIs, SQLite WAL, and web visualization.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📐 Behavioral Algorithm Design: Designed and verified dynamic scoring heuristics.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🤝 Real-World Teamwork: Clean division of labor between Backend Leader (Jaskaran) and Frontend/Deploy (Relish).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4FF"/>
                </a:solidFill>
              </a:defRPr>
            </a:pPr>
            <a:r>
              <a:t>Future Roadmap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🤖 AI-Driven Adaptive Shell: Integrating LLMs to generate contextual dynamic fake responses in SSH terminal.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📦 Docker &amp; Kubernetes Deployment: Containerized honeypot pods with automated network isolation.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📡 STIX/TAXII Threat Feed Export: Automated threat intelligence sharing with external SIEMs.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🌐 Multi-Node Distributed Sensors: Deploying distributed sensor traps across multiple cloud regions.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18320" cy="46634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4800" b="1">
                <a:solidFill>
                  <a:srgbClr val="F0F6FC"/>
                </a:solidFill>
              </a:defRPr>
            </a:pPr>
            <a:r>
              <a:t>🛡️ Thank You!</a:t>
            </a:r>
          </a:p>
          <a:p>
            <a:pPr algn="ctr">
              <a:spcAft>
                <a:spcPts val="2800"/>
              </a:spcAft>
              <a:defRPr sz="2200">
                <a:solidFill>
                  <a:srgbClr val="00D4FF"/>
                </a:solidFill>
              </a:defRPr>
            </a:pPr>
            <a:r>
              <a:t>Open for Questions &amp; Discussion</a:t>
            </a:r>
          </a:p>
          <a:p>
            <a:pPr algn="ctr">
              <a:spcAft>
                <a:spcPts val="2400"/>
              </a:spcAft>
              <a:defRPr sz="1500">
                <a:solidFill>
                  <a:srgbClr val="8B949E"/>
                </a:solidFill>
              </a:defRPr>
            </a:pPr>
            <a:r>
              <a:t>MIRAGE Junior — Next-Generation Intelligent Deception Network</a:t>
            </a:r>
            <a:br/>
            <a:r>
              <a:t>B.Tech / B.E. Cyber Security Capstone Project</a:t>
            </a:r>
          </a:p>
          <a:p>
            <a:pPr algn="ctr">
              <a:defRPr sz="1400" b="1">
                <a:solidFill>
                  <a:srgbClr val="00FF41"/>
                </a:solidFill>
              </a:defRPr>
            </a:pPr>
            <a:r>
              <a:t>🌐 Live Showcase: https://mirage-junior.vercel.app</a:t>
            </a:r>
            <a:br/>
            <a:r>
              <a:t>💻 GitHub: https://github.com/Jaskaranbandral-07/mirage-junior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